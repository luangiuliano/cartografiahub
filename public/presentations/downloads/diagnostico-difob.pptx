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68" r:id="rId15"/>
    <p:sldId id="294" r:id="rId16"/>
    <p:sldId id="295" r:id="rId17"/>
    <p:sldId id="318" r:id="rId18"/>
    <p:sldId id="319" r:id="rId19"/>
    <p:sldId id="320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CAE1E-452F-87C1-701F-F351C3EB7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1F0F2-2A60-AEC3-2088-0F18BB35E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9B291F-32C6-BA4D-20C6-5B31CF8C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1E916-947B-B985-75DF-252D7FA8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AD28CE-9037-384A-F89F-76367318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6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7EF38-41EF-6A12-114F-33C6FB5D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1042F-96E6-650F-37B4-DB560BD8E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18E2D6-A709-E9BB-C0BB-2BAF3767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0757DD-435E-9B1A-0866-AFB5D12D5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F405E8-D95A-8869-16F1-98694A17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8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BA917-409B-5204-9D34-F8F09A19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4CEA70-ADEF-55F8-5DA3-48CCD673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79B444-2B56-5A04-75BB-1C9D98AC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6BC9FA-692E-37EA-B825-D84C849B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CA1BA7-37BB-E7DC-CC4F-44597352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63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6839C-4766-D870-A85B-28BFB193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049DD5-0A7C-2CBA-C851-F8529A97B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D6907A-4242-1EFA-59A7-BCC6CFAA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B54B28-2D66-9C65-81DE-11D5471C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CE8206-F769-99BF-9996-CBE194E4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D95A87-9815-B718-C469-6ACFE144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01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5BB0B-7FBE-3A50-C981-A137654C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D08E02-34E3-0D14-DEEB-5FD2B30AC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FB2AB8-B3D4-BE27-FED7-A165B75F2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E5DAC3-BAA3-6425-BB9A-AC2B31B24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98A2C4-9188-C978-12EF-6F5557A55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3346F32-08C2-0582-B155-0A4D5F95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1FF758-9D94-FBB8-BFC9-FA9F193D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0F12B7-F018-1F08-2158-9CD1F0AD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26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1A0F7-E9BF-EC9B-651B-AED2EBFD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5C25FF-593E-4DB4-73E1-D4A6DD1A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EDC486-DE66-DDF3-B1DF-245143E1E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60E7B6-4972-FD42-A96F-4AD3286B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28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82CC28-2D31-A14B-7A21-709B9D4A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AE80ED-0E84-06FA-0317-BA796C1A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C1D1E9-6CB4-0FEF-8B9A-69CAD22A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2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37120-DF0C-4941-79E3-1EFE227B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8B551-B9CF-E9BB-2558-67781BE76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357DC-40B4-CD8F-34B1-731B58963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343D5D-9115-B4F1-EDF8-FDFEB79D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3D0F9E-6CFD-974E-669F-B8AE53ED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F3A092-48E4-28A6-C320-E88BB3F2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9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93A57-55CB-25C2-28B1-E9A70A14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8360DE-ED50-0A30-6A14-40858376FB4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08ABE3-C05E-BB8F-846F-DA64076DE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76A6A0-B83B-38D6-7B0B-8F6506B1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DFD839-E893-E7A5-0944-D366265A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1EBA8A-3A74-1E4D-47D2-32BA9C25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52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C573-3C50-F708-D399-C938555A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62904F-45FE-A017-4B16-8FE3F005E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EC89C4-2597-AF6D-651A-4C60BB5F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9BAFF4-5B93-98D8-96F0-69B3D0C7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7DBD5A-F990-685A-9B14-F83F58EF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22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0B42CA-5CFB-0AA2-19EA-EBE367BCA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E322FC-E49A-0CAC-4AC0-0976346F9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17BEA1-E0DA-6B42-1974-937B3F58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9528ED-1A18-6691-FCCF-D8A84D86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3A68BE-3464-CD55-3956-B611725C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25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F57EAC-0A2F-BF48-EC1B-A529DA78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706289-4287-E1CA-FBE8-6662C153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D7A736-DB20-B32C-4EBF-3FC8A22E4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8853A-E0E2-437D-9B23-2BB593601C0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9C2AB6-B443-04E7-7B8E-CB28B13A6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A0E84A-E156-3029-1BE7-0C592F770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1DF2E-1114-4283-9FF8-B6F6F9183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07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1174-0D5C-8617-3FD8-74C01BE5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D4959BB8-2C98-B1FD-4BD5-B16C5A5D83A8}"/>
              </a:ext>
            </a:extLst>
          </p:cNvPr>
          <p:cNvGrpSpPr/>
          <p:nvPr/>
        </p:nvGrpSpPr>
        <p:grpSpPr>
          <a:xfrm>
            <a:off x="0" y="0"/>
            <a:ext cx="12192000" cy="6769100"/>
            <a:chOff x="0" y="38100"/>
            <a:chExt cx="16256000" cy="9067800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C23111F-47C5-0F99-7F79-7851794B8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EC0EC19E-CD73-FEC4-6BF7-E5D04194ABC0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9B9D0D2-0979-485C-77BE-F039381FBB8E}"/>
                  </a:ext>
                </a:extLst>
              </p:cNvPr>
              <p:cNvSpPr txBox="1"/>
              <p:nvPr/>
            </p:nvSpPr>
            <p:spPr>
              <a:xfrm>
                <a:off x="7327900" y="772885"/>
                <a:ext cx="1600200" cy="1828800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pic>
            <p:nvPicPr>
              <p:cNvPr id="12" name="Imagem 11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DB3838FF-9E64-DE6E-13C6-1970D02A3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0E9E108E-74E5-F5F4-4C25-F6AC0A3AA12D}"/>
              </a:ext>
            </a:extLst>
          </p:cNvPr>
          <p:cNvSpPr/>
          <p:nvPr/>
        </p:nvSpPr>
        <p:spPr>
          <a:xfrm>
            <a:off x="4028225" y="3600450"/>
            <a:ext cx="5997476" cy="669414"/>
          </a:xfrm>
          <a:prstGeom prst="rect">
            <a:avLst/>
          </a:prstGeom>
          <a:solidFill>
            <a:srgbClr val="FBFAF7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pt-BR" sz="21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DIAGNÓSTICO: </a:t>
            </a:r>
          </a:p>
          <a:p>
            <a:pPr algn="ctr"/>
            <a:r>
              <a:rPr lang="pt-BR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Diretoria de Folha e Benefícios (DIFOB)</a:t>
            </a:r>
            <a:endParaRPr lang="pt-BR" sz="2100" spc="1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Black" panose="02040A02050405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4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255A346-96BC-434C-B756-3655F089E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29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6C1743-DA33-0CCF-54DF-321CF1C09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5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868491D-F7B5-5594-5875-77CFD7287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30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Georgia Pro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2</cp:revision>
  <dcterms:created xsi:type="dcterms:W3CDTF">2026-10-08T18:25:51Z</dcterms:created>
  <dcterms:modified xsi:type="dcterms:W3CDTF">2026-10-08T18:35:28Z</dcterms:modified>
</cp:coreProperties>
</file>