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314" r:id="rId15"/>
    <p:sldId id="315" r:id="rId16"/>
    <p:sldId id="316" r:id="rId17"/>
    <p:sldId id="317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E5173-DEBB-9475-4A28-05A3CC0B0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5C90E0-481C-EA2B-CA9D-CF1E4F35C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3CFFE4-2133-3AC8-CB67-8A038F1D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E8A7B8-DB87-5E51-A234-0C58886E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744B3B-B283-5310-5A81-07A0201D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23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59F0C-2B66-FA9F-880F-EB4167B8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FC133F-7AAC-B84D-6885-D6C623EE9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2A77A1-CF8A-B761-FB27-A346F53A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D80030-5F96-4D48-D1DD-5AD33FBE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A57703-DD93-288D-162E-0D6AADBD2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42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F6201-4077-3394-553B-667B2A03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D2C7E6-8F99-FD11-35D5-439740565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E1604E-5E6F-6CF3-2150-A614D996A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3EDAE9-1AFC-6885-4726-EAB7DE85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B51E3-693D-F025-4463-3B534E07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53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41BA2-51F6-40C8-63C9-D671FDC5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A9FAA7-0773-CDCB-CEB2-00ED849FF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27E71D-32D2-2D23-92BE-AA0A17583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D05F9D-F85F-88E6-97EF-52746DEAE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23C3F6-DFB9-C78C-F315-5C500875B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AAF773-5130-56BB-1F84-D3C625D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735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DD565-FBB4-ECD1-6D4F-0C24F85F8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1A044F-5787-D2C5-D68E-AEA3719EA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2FF4EE-1C9D-82E3-6D8C-3A4B60E6E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A19549-5BF9-1800-18B5-C82143859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35E718-A1F0-BDD8-4642-914ECFB92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558E3C2-A9AA-AD90-F77E-D4740D4F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C64F01-CEF0-08CE-B32F-27139FA8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9E681F4-96E3-D521-D3E1-F78BD3BD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39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84AA0-1C6F-42FD-6C20-B41873CA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BE8B4EA-63B4-E4E3-BB8E-F382C0B1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3D91A4-46FC-04BC-ECAB-57A72BB6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48D703-4CCA-775E-668E-E98A50066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313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A753BCD-D230-3B4C-56A7-BCEF3789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11FEB8-E6D9-65C7-2EB0-C0C30A61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87ED9B-D4ED-94DE-9833-37704079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91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C94A-2E6E-5CF3-D0AD-075B343F0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44C9D6-821E-5F10-FC60-E211CDC52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7DC92A-F65F-CD6F-799E-56420BD7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8291DA-90E1-8A24-4686-5B7E9E5B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4B027E-8AC9-1E3E-6585-C0B56E33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92D18D-45AB-DC2B-D475-3C97F749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27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A773A-C32D-652F-B577-421BDD13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4E9005-9407-D60E-0F8A-CD7A474319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81ED01-9141-C78B-8AB5-200F2F331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FF6AC2-A482-29FB-F631-D271FF05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211332-8C9F-12D8-5944-213D7043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14E6FE-1EFB-C902-DB44-5B4BF916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6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51739-9B1F-43AA-971D-93A9B3E2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01F1A6-01CF-855F-BF87-DDAECC9D8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5EC13B-D0F3-5F16-23F0-3A7FEB41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354074-A3C1-81E5-7E02-994ABF33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9D30FD-D373-25EE-0DB0-585072FC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152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9833B2-664A-824F-F57B-F13050911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88020F-2055-5C3B-6079-4B8A26547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54DD68-AB50-4FB2-5902-475D4359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436E05-BA87-B2FC-16EC-4395CAF9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76791C-B105-5A44-141A-6C6D05EB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4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A28EBF-7F4E-BE46-D967-B5024AFE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2AFFA8-7C99-F58F-D6CB-EC212BDBB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53CBCB-3FC5-DED7-6FC0-E50E08B8E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5B510-8ED9-4C5B-B877-76FAC27C155B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4CB1D7-517F-D4FB-102D-AE35C8962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6230A-9B59-3558-2340-C2D9CBA5E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1534B-B7FB-485E-ABC8-326AD8BED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8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F86A-BE8A-4A14-18D7-8AA3F18A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BEEA6CD6-8EBD-6127-6ACE-1DCFB58930DA}"/>
              </a:ext>
            </a:extLst>
          </p:cNvPr>
          <p:cNvGrpSpPr/>
          <p:nvPr/>
        </p:nvGrpSpPr>
        <p:grpSpPr>
          <a:xfrm>
            <a:off x="0" y="0"/>
            <a:ext cx="12192000" cy="6769100"/>
            <a:chOff x="0" y="38100"/>
            <a:chExt cx="16256000" cy="9067800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E42AC3CC-E6ED-15E0-3A4E-7A8C13F1D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DDB3349A-6D28-29BE-92A2-8F28EB31B5AE}"/>
                </a:ext>
              </a:extLst>
            </p:cNvPr>
            <p:cNvGrpSpPr/>
            <p:nvPr/>
          </p:nvGrpSpPr>
          <p:grpSpPr>
            <a:xfrm>
              <a:off x="6908800" y="350667"/>
              <a:ext cx="2133600" cy="2673235"/>
              <a:chOff x="6908800" y="350667"/>
              <a:chExt cx="2133600" cy="2673235"/>
            </a:xfrm>
          </p:grpSpPr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D70C3E5-7E6F-1AD0-2834-49973CE46699}"/>
                  </a:ext>
                </a:extLst>
              </p:cNvPr>
              <p:cNvSpPr txBox="1"/>
              <p:nvPr/>
            </p:nvSpPr>
            <p:spPr>
              <a:xfrm>
                <a:off x="7327900" y="772885"/>
                <a:ext cx="1600200" cy="1828800"/>
              </a:xfrm>
              <a:prstGeom prst="rect">
                <a:avLst/>
              </a:prstGeom>
              <a:solidFill>
                <a:srgbClr val="F4F3EC"/>
              </a:solidFill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pic>
            <p:nvPicPr>
              <p:cNvPr id="12" name="Imagem 11" descr="Desenho de personagem de desenho animado&#10;&#10;Descrição gerada automaticamente com confiança média">
                <a:extLst>
                  <a:ext uri="{FF2B5EF4-FFF2-40B4-BE49-F238E27FC236}">
                    <a16:creationId xmlns:a16="http://schemas.microsoft.com/office/drawing/2014/main" id="{B5A26511-E0C1-9885-B522-304F733320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08800" y="350667"/>
                <a:ext cx="2133600" cy="2673235"/>
              </a:xfrm>
              <a:prstGeom prst="rect">
                <a:avLst/>
              </a:prstGeom>
            </p:spPr>
          </p:pic>
        </p:grp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F7526864-3D3A-1019-C815-55D8CBBE55A7}"/>
              </a:ext>
            </a:extLst>
          </p:cNvPr>
          <p:cNvSpPr/>
          <p:nvPr/>
        </p:nvSpPr>
        <p:spPr>
          <a:xfrm>
            <a:off x="3757315" y="3600450"/>
            <a:ext cx="6539291" cy="669414"/>
          </a:xfrm>
          <a:prstGeom prst="rect">
            <a:avLst/>
          </a:prstGeom>
          <a:solidFill>
            <a:srgbClr val="FBFAF7"/>
          </a:solidFill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pt-BR" sz="2100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DIAGNÓSTICO: </a:t>
            </a:r>
          </a:p>
          <a:p>
            <a:pPr algn="ctr"/>
            <a:r>
              <a:rPr lang="pt-BR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Diretoria de Organização de Pessoal (DIOP)</a:t>
            </a:r>
            <a:endParaRPr lang="pt-BR" sz="2100" spc="1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 Pro Black" panose="02040A02050405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8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B8FEE5B-137B-72B7-DADB-7FCEB846D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7"/>
          <a:stretch>
            <a:fillRect/>
          </a:stretch>
        </p:blipFill>
        <p:spPr>
          <a:xfrm>
            <a:off x="15" y="1282"/>
            <a:ext cx="12191985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95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173EDF5-33E7-AAC2-85DB-599D1F8AE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31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7AC435A-695D-E8D9-D710-296F3AF1F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37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BC3D09D-629D-5528-163D-645D1A606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" y="0"/>
            <a:ext cx="12176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628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Georgia Pro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Paes</dc:creator>
  <cp:lastModifiedBy>Augusto Paes</cp:lastModifiedBy>
  <cp:revision>2</cp:revision>
  <dcterms:created xsi:type="dcterms:W3CDTF">2026-10-08T18:24:21Z</dcterms:created>
  <dcterms:modified xsi:type="dcterms:W3CDTF">2026-10-08T18:35:09Z</dcterms:modified>
</cp:coreProperties>
</file>