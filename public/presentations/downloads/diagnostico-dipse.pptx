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8" r:id="rId2"/>
    <p:sldId id="310" r:id="rId3"/>
    <p:sldId id="311" r:id="rId4"/>
    <p:sldId id="312" r:id="rId5"/>
    <p:sldId id="313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21" r:id="rId17"/>
    <p:sldId id="323" r:id="rId18"/>
    <p:sldId id="322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33131-ED57-4CFC-B1DA-DC8F6AAC8ECC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FEA58-C80D-4C99-8172-118AE77062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42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AFD53-FF0C-4D1C-8C9F-874519EDB25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43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9E47E-6231-A3F7-D105-BB2108AF9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3F4DCF-5333-BD7B-C04D-B99EDB0B9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8459CD-4AA2-B716-2E78-E25F1388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5765CD-B9EA-BDD3-8600-19DE5410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BB17F6-F14A-DE54-5AE7-929827FB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07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616A9-32DA-CEAE-EEDB-C13F9F0D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8F24F0-3859-EF93-D861-B85141CFE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FE469-BC0F-D21D-A758-93FDECB1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64EDA9-4A1D-1440-DE21-4889A68F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41ABD2-113F-0DCD-430B-6CBFCD73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19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841F3-815D-F5C2-5AC2-CE7AB430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F52B2A-A984-5635-B81F-82AA46513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2D9EB7-6BC8-2619-4237-6EBBD04E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D6BEC-CC2F-0D76-842E-F1265858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5AD2DE-1176-72E8-0D5F-EDE9B20E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88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7E0A3-229E-6BEF-570A-2FDF2900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F04C00-287A-AF4F-6752-5E8F9B00B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1BC6FE-A434-B7CD-57D1-ECD9B17B7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EBB990-56E9-818E-E9DA-A43880A2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C91A18-0BB1-B34B-49AF-7C242126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67EF1D-290D-BD98-45D0-A6B9234C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9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E1430-63DB-4F81-1321-D71E575DB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65B902-8935-21F3-3E77-C5B031570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A9FB61-C0D5-93FA-E963-CFCA22D56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AD3C99-8065-0776-754A-E4DD9A359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78E216-5922-59B0-E530-F2D1D59C2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4B3BC8-B108-F4D4-4A99-44284289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04D9EA-F801-5668-8C0C-427418EE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DDDFEC-6014-F581-D98B-537FA624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57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8255E-C516-7EF2-48FB-E6E3330A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878156-7678-76F0-4C02-8A3F8A886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67E4D-2C1F-7418-49AF-8E875FD6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96CC7E-C6C5-A9FD-3B90-888A506C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82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6DFC154-D457-A691-11A9-F52003EE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F1DDF46-C3FC-8A10-CBC9-5B0BA3AA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1ECDDB-F25F-EAF5-4943-F3FC9263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5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3F6F6-7644-10EC-5021-81D7A880E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58D478-4D53-DFF3-4F39-CF213F56D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396B11-FEC8-02AB-F450-69CDFD761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AB9DB3-7CA2-DD5C-4716-01243275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AF39AF-AE90-0595-5AC2-831CF0B9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5EC3A6-8170-4EFC-EBE1-1C3F3C8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86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45F00-7603-F5AE-2CB6-6FE92F5D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22A16A-13C0-E9C6-5B90-8328AF31693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15344B-0BD5-6B0B-059D-5598A7624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16BA7-3FD6-7C64-6BA8-AB3C142E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5EF821-FA66-2FA2-C8C3-83B25878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5EA2E3-820A-312A-8ECB-CFD159F8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02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F447C-0E75-4ABF-C7A1-FB03F8D4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321B37-5CBF-C93B-54C2-B75F1BEA4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B199E1-5F6D-D46E-3C7A-7B7B65A06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7DDA2D-E986-D3A4-08CE-DD453623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964DE1-DFE7-1E97-07C8-38F92DAC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22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024E27-B137-A137-B734-EEE9B0527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7C3C8C-DD90-963D-1338-28341E4FC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A7CF7B-A62B-1215-82B9-49D0DBCE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63E33D-1CE4-766B-C6B2-9EFF6A00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7C328A-B626-BF52-EC93-4E1A063B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5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8963F81-E3FB-1B9C-E152-6D2EE9F3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9B038B-BD3E-FC8C-F12F-4644EA14C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2FCAF5-D550-28A3-B337-9310EA0D3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1EA2D-1E2F-42CD-818D-B50C1729E61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C0A28D-A9A9-EC92-F565-9FF925FDB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6F667-3D46-1AFC-3765-5C935A346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5567-855D-4F91-8677-453D716E6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4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1040-9F96-98A0-A5F4-A7070A12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44B29C50-C01D-65D0-A31C-3158620A2D56}"/>
              </a:ext>
            </a:extLst>
          </p:cNvPr>
          <p:cNvGrpSpPr/>
          <p:nvPr/>
        </p:nvGrpSpPr>
        <p:grpSpPr>
          <a:xfrm>
            <a:off x="0" y="0"/>
            <a:ext cx="12192000" cy="6769100"/>
            <a:chOff x="0" y="38100"/>
            <a:chExt cx="16256000" cy="9067800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87D663D-81DF-5053-9F0A-CC2E1A6D4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B810092A-1F76-DD1F-504A-827A0CC70C85}"/>
                </a:ext>
              </a:extLst>
            </p:cNvPr>
            <p:cNvGrpSpPr/>
            <p:nvPr/>
          </p:nvGrpSpPr>
          <p:grpSpPr>
            <a:xfrm>
              <a:off x="6908800" y="350667"/>
              <a:ext cx="2133600" cy="2673235"/>
              <a:chOff x="6908800" y="350667"/>
              <a:chExt cx="2133600" cy="2673235"/>
            </a:xfrm>
          </p:grpSpPr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7277B63-608E-0FEA-E72A-9B142BF9D989}"/>
                  </a:ext>
                </a:extLst>
              </p:cNvPr>
              <p:cNvSpPr txBox="1"/>
              <p:nvPr/>
            </p:nvSpPr>
            <p:spPr>
              <a:xfrm>
                <a:off x="7327900" y="772885"/>
                <a:ext cx="1600200" cy="1828800"/>
              </a:xfrm>
              <a:prstGeom prst="rect">
                <a:avLst/>
              </a:prstGeom>
              <a:solidFill>
                <a:srgbClr val="F4F3EC"/>
              </a:solidFill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pic>
            <p:nvPicPr>
              <p:cNvPr id="12" name="Imagem 11" descr="Desenho de personagem de desenho animado&#10;&#10;Descrição gerada automaticamente com confiança média">
                <a:extLst>
                  <a:ext uri="{FF2B5EF4-FFF2-40B4-BE49-F238E27FC236}">
                    <a16:creationId xmlns:a16="http://schemas.microsoft.com/office/drawing/2014/main" id="{67D25525-42EC-7EEA-5CB6-15D524CF87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08800" y="350667"/>
                <a:ext cx="2133600" cy="2673235"/>
              </a:xfrm>
              <a:prstGeom prst="rect">
                <a:avLst/>
              </a:prstGeom>
            </p:spPr>
          </p:pic>
        </p:grp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0C4F7016-FA7C-5D4A-042F-6EC588AD583C}"/>
              </a:ext>
            </a:extLst>
          </p:cNvPr>
          <p:cNvSpPr/>
          <p:nvPr/>
        </p:nvSpPr>
        <p:spPr>
          <a:xfrm>
            <a:off x="3010321" y="3600450"/>
            <a:ext cx="8033289" cy="669414"/>
          </a:xfrm>
          <a:prstGeom prst="rect">
            <a:avLst/>
          </a:prstGeom>
          <a:solidFill>
            <a:srgbClr val="FBFAF7"/>
          </a:solidFill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pt-BR" sz="2100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DIAGNÓSTICO: </a:t>
            </a:r>
          </a:p>
          <a:p>
            <a:pPr algn="ctr"/>
            <a:r>
              <a:rPr lang="pt-BR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Diretoria Planejamento, Seleção e Evidências (DIPSE)</a:t>
            </a:r>
            <a:endParaRPr lang="pt-BR" sz="2100" spc="1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 Pro Black" panose="02040A02050405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481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76B24B5-7D3A-CF66-5024-4286C9CD36D4}"/>
              </a:ext>
            </a:extLst>
          </p:cNvPr>
          <p:cNvSpPr/>
          <p:nvPr/>
        </p:nvSpPr>
        <p:spPr>
          <a:xfrm>
            <a:off x="4495800" y="1863090"/>
            <a:ext cx="3257550" cy="1223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pt-BR" sz="2100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DIPSE: </a:t>
            </a:r>
          </a:p>
          <a:p>
            <a:pPr algn="ctr"/>
            <a:r>
              <a:rPr lang="pt-BR" b="1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Diretoria de Planejamento, Seleção e Evidências </a:t>
            </a:r>
            <a:endParaRPr lang="pt-BR" sz="2100" b="1" spc="1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 Pro Black" panose="02040A020504050202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387CC3-2E46-BF2E-D219-13AE61B40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26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F9C91F-B3B8-36F2-F815-A687FA354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28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B49418-1E29-1AE6-BC0B-4B7F5C9B5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6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5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Georgia Pro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Paes</dc:creator>
  <cp:lastModifiedBy>Augusto Paes</cp:lastModifiedBy>
  <cp:revision>2</cp:revision>
  <dcterms:created xsi:type="dcterms:W3CDTF">2026-10-08T18:27:39Z</dcterms:created>
  <dcterms:modified xsi:type="dcterms:W3CDTF">2026-10-08T18:34:51Z</dcterms:modified>
</cp:coreProperties>
</file>