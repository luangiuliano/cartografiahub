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72" r:id="rId3"/>
    <p:sldId id="369" r:id="rId4"/>
    <p:sldId id="390" r:id="rId5"/>
    <p:sldId id="394" r:id="rId6"/>
    <p:sldId id="395" r:id="rId7"/>
    <p:sldId id="396" r:id="rId8"/>
    <p:sldId id="397" r:id="rId9"/>
    <p:sldId id="398" r:id="rId10"/>
    <p:sldId id="401" r:id="rId11"/>
    <p:sldId id="399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478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1ECCD-9511-E478-A6A4-BC7F2A44D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04DA8E-4C52-CF4E-A2A0-7027FBF6F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B82DBC-1D8A-B417-BF5B-D044C04F0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6C99B9-D029-B05B-EE6F-061C0A53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C5C0E3-D728-87D6-CB88-9212F5E13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5968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1F644-68DD-E753-A1FD-767D3F55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296299-DF2C-4567-116B-B5CA4E4A0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B46E66-86D5-25F1-7846-709944F31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66E9DC-AAF1-0B79-98A1-4B0EEF919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09D3F2-A126-F357-0F2C-04DB6D88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02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9DA25-66AF-4FA9-EAF6-079B06DF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11BF27-FEEE-C1F3-1936-18B3A257B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DE212E-3B7E-FB0F-7426-E425DC3AD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E35A49-A233-8B63-C7CD-2B25DF06A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F0D11-F85B-D33B-F7EB-BD38BFE5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304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7FA2C-36F1-6F8B-FF34-138A9228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C17D6B-719A-78F2-C47F-470D8E493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7817A2-7299-0637-6952-4120E2B92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A17F68-DA8A-2C64-978B-14624D95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C3D4E3-8278-4B1B-774F-D52DB65A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9DD4BE-4952-5911-06FF-A10E79B6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41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89EED-6C03-BE0C-3DE5-D9EF34092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157813-0C0C-F731-9F7C-455858A9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EAA1C2-C5F2-9E3A-F7B9-A01B5B8C1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0365999-1509-0A24-6DE3-07EA9A5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699BEE0-5531-FB7E-611C-322F917AA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2C6A99A-4772-4787-4624-52076795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C22FE1C-D2A1-3E08-2CB0-05408B7B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4434E66-64B0-BF84-5F87-B2D47E62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54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04812-42D9-FAF0-BD1A-FE4A94A9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4FE85D8-53BD-095A-5AA6-C28330A0C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04E393-5182-DFC2-AE01-D131127F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400C07-325C-AD93-BB17-CA1A0036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61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7B3C313-A4F0-7858-1CAC-83D57270D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E9E904E-E03F-2F23-03D0-6F91B44A2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9696C4-EF74-95B2-DF9A-C0104C47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7141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1BF62-3461-123A-7539-E91AC25A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B282CD-960C-CA25-23C2-1EE98C9B5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C8FD4A-0BE6-FAB2-5458-0BBFBE57C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F6D1AA-9146-36A5-E28C-8DDEAB45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39C686-0F75-9CD5-5DA0-D2DD5B5C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00E596-2CD0-0E56-6254-6BD9A3423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05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AE1D9-BEF4-6342-99CA-2577F2B3F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AB4264-04C5-99B7-D2C7-A7BC796C17B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92BD5E-8B97-E851-F6D5-74C69827F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E85547-FED9-E739-617D-BD1974DAE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145503-EE12-CDD6-E15C-776D36CE3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B92119-C6E4-3B22-1D8B-6EA3AA4A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28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305D1-AC28-EC9D-691F-D569BBAA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A2838E-DB4F-88FE-DC63-33696966C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1B8BEB-F86F-0D13-E7BA-1665047F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D2E7F7-78C1-9C70-400D-BDDC8B57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8DA7D5-C22D-A40E-A758-A50C9D46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472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E44651-9EC9-A461-6918-A76443159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334349-BF13-9B04-532A-6794AA26F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ABAEE3-D8DC-FC6D-862F-89D6B1D9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E14703-18FC-3C74-52F1-731ADCDFB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DC7B95-DC4C-712A-D663-F1675E63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37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BD188F6-D945-95D4-6A78-8DF41856E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AABA39-5670-D4F3-90B1-A2E56E586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C7DFF9-357E-80DC-4237-E9B98C8C5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B6844-BE56-4FAC-BC94-9F204B057C64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36E8EB-A9A9-51E2-E201-150AE99B9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364AC3-2D2C-AA9F-805A-5DC2940D7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89C36-6F1B-475D-8EFA-073164FD20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019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F29787D9-1CEB-0A76-9D7F-08FAF833FF71}"/>
              </a:ext>
            </a:extLst>
          </p:cNvPr>
          <p:cNvGrpSpPr/>
          <p:nvPr/>
        </p:nvGrpSpPr>
        <p:grpSpPr>
          <a:xfrm>
            <a:off x="0" y="0"/>
            <a:ext cx="12192000" cy="6769100"/>
            <a:chOff x="0" y="38100"/>
            <a:chExt cx="16256000" cy="9067800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930B6C2A-A604-6964-7FDE-7F8889262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DB39B21F-B53A-B765-7C11-AAD678EA0EAF}"/>
                </a:ext>
              </a:extLst>
            </p:cNvPr>
            <p:cNvGrpSpPr/>
            <p:nvPr/>
          </p:nvGrpSpPr>
          <p:grpSpPr>
            <a:xfrm>
              <a:off x="6908800" y="350667"/>
              <a:ext cx="2133600" cy="2673235"/>
              <a:chOff x="6908800" y="350667"/>
              <a:chExt cx="2133600" cy="2673235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58EE2AD-A130-7541-4B47-A5247587A863}"/>
                  </a:ext>
                </a:extLst>
              </p:cNvPr>
              <p:cNvSpPr txBox="1"/>
              <p:nvPr/>
            </p:nvSpPr>
            <p:spPr>
              <a:xfrm>
                <a:off x="7327900" y="772885"/>
                <a:ext cx="1600200" cy="1828800"/>
              </a:xfrm>
              <a:prstGeom prst="rect">
                <a:avLst/>
              </a:prstGeom>
              <a:solidFill>
                <a:srgbClr val="F4F3EC"/>
              </a:solidFill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  <p:pic>
            <p:nvPicPr>
              <p:cNvPr id="8" name="Imagem 7" descr="Desenho de personagem de desenho animado&#10;&#10;Descrição gerada automaticamente com confiança média">
                <a:extLst>
                  <a:ext uri="{FF2B5EF4-FFF2-40B4-BE49-F238E27FC236}">
                    <a16:creationId xmlns:a16="http://schemas.microsoft.com/office/drawing/2014/main" id="{8772D555-D711-5445-2AC8-36953E4314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08800" y="350667"/>
                <a:ext cx="2133600" cy="267323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6221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E30501E-D154-3704-DF40-43ED3E4D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35" y="643466"/>
            <a:ext cx="4470780" cy="557106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7BC9AA9-7A62-E896-951D-46CC22EF2A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734" y="468630"/>
            <a:ext cx="3291840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30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4582790-D566-9572-6444-5D79404A3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5" r="39355" b="1"/>
          <a:stretch>
            <a:fillRect/>
          </a:stretch>
        </p:blipFill>
        <p:spPr>
          <a:xfrm>
            <a:off x="191086" y="171715"/>
            <a:ext cx="5813197" cy="612908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CA0AED1-1E67-EB87-18BE-0443224FF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2860"/>
          <a:stretch>
            <a:fillRect/>
          </a:stretch>
        </p:blipFill>
        <p:spPr>
          <a:xfrm>
            <a:off x="6196929" y="171716"/>
            <a:ext cx="5803986" cy="317142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4201299-7D13-794D-351E-D0B2156F5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06"/>
          <a:stretch>
            <a:fillRect/>
          </a:stretch>
        </p:blipFill>
        <p:spPr>
          <a:xfrm>
            <a:off x="6196929" y="3514856"/>
            <a:ext cx="5786386" cy="27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80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88114F5-2962-E2CC-7309-FCF8BC34DD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-11430"/>
            <a:ext cx="3827721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70DAFF8-F16C-A211-EBA6-BB1F51454C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3" r="11651"/>
          <a:stretch>
            <a:fillRect/>
          </a:stretch>
        </p:blipFill>
        <p:spPr>
          <a:xfrm>
            <a:off x="4324350" y="342901"/>
            <a:ext cx="3739800" cy="268604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F46EF3-DE27-2974-1C5F-97664B2E7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3200400"/>
            <a:ext cx="4457700" cy="31108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1048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E99558F-D97D-532B-BB36-6220BCC08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84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FAD872D-6313-66D6-55DD-91B9AFC0B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25350" cy="69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59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2312606-CA4E-5D78-714C-A29BEFF7D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-57150"/>
            <a:ext cx="12176760" cy="68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36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7B5A592-057B-6E9D-F9E5-229D8D98C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" y="-1"/>
            <a:ext cx="12165330" cy="675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58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9D6936D-EE21-EBD2-81B8-9C733B380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3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25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FC07F04-9239-2629-D680-ECD391329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37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DB1C26E-B036-4D0E-7F24-488DA9327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4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264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Paes</dc:creator>
  <cp:lastModifiedBy>Augusto Paes</cp:lastModifiedBy>
  <cp:revision>1</cp:revision>
  <dcterms:created xsi:type="dcterms:W3CDTF">2026-10-08T18:30:58Z</dcterms:created>
  <dcterms:modified xsi:type="dcterms:W3CDTF">2026-10-08T18:34:13Z</dcterms:modified>
</cp:coreProperties>
</file>