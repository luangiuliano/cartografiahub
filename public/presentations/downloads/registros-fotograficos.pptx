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6" r:id="rId2"/>
    <p:sldId id="370" r:id="rId3"/>
    <p:sldId id="365" r:id="rId4"/>
    <p:sldId id="371" r:id="rId5"/>
    <p:sldId id="364" r:id="rId6"/>
    <p:sldId id="373" r:id="rId7"/>
    <p:sldId id="374" r:id="rId8"/>
    <p:sldId id="375" r:id="rId9"/>
    <p:sldId id="372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293661-B0C7-B7A2-5741-73325F233A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8EC657-C9B7-E427-96DE-B77D1FBEBE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FC8F36-FC30-A579-C967-3C790F3B8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C7B0A-3E36-4A58-8CFD-E3E0758485A0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577700-85DC-A828-463E-5A7246F6F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81F4E0-3AD5-101B-F311-584078515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3F681-A818-490C-9190-6B2F3858A2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7350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A50F3C-AD76-2200-187B-633BD6545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A4A07D-155C-C02C-A541-74D67AF09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3A0A29-6D93-2842-1D15-56FC3FF81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C7B0A-3E36-4A58-8CFD-E3E0758485A0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CA87B8-FDD7-6CF3-EE22-2D78A4743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6664FB-81EE-CABF-DCF3-F9FCC0F33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3F681-A818-490C-9190-6B2F3858A2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224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F7E3CD-4411-3E20-F6B8-C71FEB461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EAAE9DB-3052-6F2F-9DD4-ACB715050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993A6C-540C-FAC0-F85C-564B59E6F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C7B0A-3E36-4A58-8CFD-E3E0758485A0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B1B144-F6B8-29BD-DB17-E2C40D232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E7F4B5-5AD2-1763-17D4-51142E3F0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3F681-A818-490C-9190-6B2F3858A2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2654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C3ED81-55F7-211F-DE31-CF0DBA87B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E8FCEA-5A6B-80DD-9C20-B3C91D4DAB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AEC6A8B-6374-2855-6F69-28ADB5D3B8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0A86CFF-9C30-C05F-2D50-9D25C829F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C7B0A-3E36-4A58-8CFD-E3E0758485A0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D18D20F-E0DE-5C40-C7AA-9831FA690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5374B-F86F-61DB-FD77-8A61C6EB4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3F681-A818-490C-9190-6B2F3858A2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1287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6229C4-D16C-539E-55A8-1D85CD4A4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D316524-8434-3DA5-F756-F32CBA417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6D68CF8-97B1-A93F-0E52-6D5F58A5B9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8060747-8D0B-D830-0EFF-DC60C7B69F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F1F389F-3C8B-278F-790E-8D417EC474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0E0AC91-CE38-FCDD-3C3A-30B14A598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C7B0A-3E36-4A58-8CFD-E3E0758485A0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156564A-7144-EA6D-2D76-BB1F9B748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8429AF9-3C90-9C6E-F860-20FBD6B40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3F681-A818-490C-9190-6B2F3858A2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0510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4F107A-4F41-8C4A-4760-81010124A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3D60A6-A60F-1F5E-87B8-2E9DB74BF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C7B0A-3E36-4A58-8CFD-E3E0758485A0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8E053E8-A270-ED44-0824-B7B638155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1820507-A80E-9AD3-F57E-3BD2AE36C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3F681-A818-490C-9190-6B2F3858A2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650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5E09C22-01F6-1B70-078C-0C8701372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C7B0A-3E36-4A58-8CFD-E3E0758485A0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E97868F-4A6F-477A-71E0-E5ED155E8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EC10660-2BEC-6358-4CED-6037459A8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3F681-A818-490C-9190-6B2F3858A2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346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F4DAF0-A9F9-46AB-437A-BA9B6C809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7A4931-BF04-D317-092D-7B610008B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21B67B3-8E06-EB8D-3E97-C4AD27FB55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74026F1-D419-0C1A-0878-3C17948B1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C7B0A-3E36-4A58-8CFD-E3E0758485A0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DE91005-4472-1C7A-5CB6-715CF4572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1A55D85-1899-DD01-A55B-82F14D2C3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3F681-A818-490C-9190-6B2F3858A2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6043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ECDD3E-C5D1-4E80-D94B-3A7838EFF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1045E4B-AE4F-4035-17EF-FE0E1DBF602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6A74A71-8248-46B1-E1AB-3E8E99348E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EB9869-4CFF-F9DA-58DA-DC4CB03EE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C7B0A-3E36-4A58-8CFD-E3E0758485A0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F833A9-541F-E6C3-6081-E410DCECD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D81E434-745A-9740-3D56-0AB2711DF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3F681-A818-490C-9190-6B2F3858A2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49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2A7F6B-298F-A937-4608-E2C8D1D1E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ACCEB65-9696-9644-9408-9F62B832AC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DD4BA47-7456-7F97-88AD-E50AF47F3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C7B0A-3E36-4A58-8CFD-E3E0758485A0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2B1F96-E7D3-FB68-FE29-5111BD5EE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5D65A6C-6E6C-BA2A-77F1-867D12A47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3F681-A818-490C-9190-6B2F3858A2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1689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1CDBEC5-73EF-F4CB-7159-E247885B2B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2E7C7D3-6994-F93C-7F4E-42ED248A8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B6092E-3E7A-7A57-7AF0-E7039E882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C7B0A-3E36-4A58-8CFD-E3E0758485A0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1D5331-3585-CD11-7913-943FE3C8D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09BC63-3B89-A8A5-B86A-00A4632F8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3F681-A818-490C-9190-6B2F3858A2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8085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D6BBC80-BA08-F33B-3F80-1EB679F80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7E02B6B-0CF1-508D-12D7-67BF28D89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03C95F-35EA-A603-DC0A-C3EF8A21D6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CC7B0A-3E36-4A58-8CFD-E3E0758485A0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50DF65-FBA3-172F-7970-7DB487B30D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592536-4000-9C52-A41B-52ECE54F3C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33F681-A818-490C-9190-6B2F3858A2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3507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D8C02E2E-F0DC-166E-AF06-2626706440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95" r="15870" b="-1"/>
          <a:stretch>
            <a:fillRect/>
          </a:stretch>
        </p:blipFill>
        <p:spPr>
          <a:xfrm>
            <a:off x="191086" y="171715"/>
            <a:ext cx="5813197" cy="6129087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DB97F5B2-48E4-B5B8-A41A-0194BD96B9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8" r="2" b="2"/>
          <a:stretch>
            <a:fillRect/>
          </a:stretch>
        </p:blipFill>
        <p:spPr>
          <a:xfrm>
            <a:off x="6196929" y="171716"/>
            <a:ext cx="5803986" cy="317142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97291B2C-EA18-4160-8B25-DCBFAAC387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98" b="21606"/>
          <a:stretch>
            <a:fillRect/>
          </a:stretch>
        </p:blipFill>
        <p:spPr>
          <a:xfrm>
            <a:off x="6196929" y="3514856"/>
            <a:ext cx="5786386" cy="278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234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A7A8A-C2FE-8501-3F3A-6851471A9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B692878-AD6B-E6F3-E38A-808C81142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9" r="6062" b="1"/>
          <a:stretch>
            <a:fillRect/>
          </a:stretch>
        </p:blipFill>
        <p:spPr>
          <a:xfrm>
            <a:off x="6176433" y="8"/>
            <a:ext cx="6015567" cy="3920036"/>
          </a:xfrm>
          <a:custGeom>
            <a:avLst/>
            <a:gdLst/>
            <a:ahLst/>
            <a:cxnLst/>
            <a:rect l="l" t="t" r="r" b="b"/>
            <a:pathLst>
              <a:path w="6015567" h="3920044">
                <a:moveTo>
                  <a:pt x="0" y="0"/>
                </a:moveTo>
                <a:lnTo>
                  <a:pt x="6015567" y="0"/>
                </a:lnTo>
                <a:lnTo>
                  <a:pt x="6015567" y="3920044"/>
                </a:lnTo>
                <a:lnTo>
                  <a:pt x="2469659" y="3920044"/>
                </a:lnTo>
                <a:lnTo>
                  <a:pt x="2469659" y="3103224"/>
                </a:lnTo>
                <a:lnTo>
                  <a:pt x="0" y="3103224"/>
                </a:lnTo>
                <a:close/>
              </a:path>
            </a:pathLst>
          </a:cu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5F3A0B1-3478-CC80-2850-3FB2AB8680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69" r="13305" b="2"/>
          <a:stretch>
            <a:fillRect/>
          </a:stretch>
        </p:blipFill>
        <p:spPr>
          <a:xfrm>
            <a:off x="15" y="4069976"/>
            <a:ext cx="3535316" cy="278802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783C8FC-5527-0EE3-AF9A-1E21898639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95" r="1" b="42912"/>
          <a:stretch>
            <a:fillRect/>
          </a:stretch>
        </p:blipFill>
        <p:spPr>
          <a:xfrm>
            <a:off x="3696199" y="3257176"/>
            <a:ext cx="4789093" cy="3600824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8DFD6D5-5A42-B3A6-253F-049F730238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247" r="1" b="25098"/>
          <a:stretch>
            <a:fillRect/>
          </a:stretch>
        </p:blipFill>
        <p:spPr>
          <a:xfrm>
            <a:off x="1" y="8"/>
            <a:ext cx="6015567" cy="3920036"/>
          </a:xfrm>
          <a:custGeom>
            <a:avLst/>
            <a:gdLst/>
            <a:ahLst/>
            <a:cxnLst/>
            <a:rect l="l" t="t" r="r" b="b"/>
            <a:pathLst>
              <a:path w="6015567" h="3920044">
                <a:moveTo>
                  <a:pt x="0" y="0"/>
                </a:moveTo>
                <a:lnTo>
                  <a:pt x="6015567" y="0"/>
                </a:lnTo>
                <a:lnTo>
                  <a:pt x="6015567" y="3103224"/>
                </a:lnTo>
                <a:lnTo>
                  <a:pt x="3545908" y="3103224"/>
                </a:lnTo>
                <a:lnTo>
                  <a:pt x="3545908" y="3920044"/>
                </a:lnTo>
                <a:lnTo>
                  <a:pt x="0" y="3920044"/>
                </a:lnTo>
                <a:close/>
              </a:path>
            </a:pathLst>
          </a:cu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4D077E59-FEDC-3DCD-2BB3-EBE79CA05B3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8" r="20844" b="2"/>
          <a:stretch>
            <a:fillRect/>
          </a:stretch>
        </p:blipFill>
        <p:spPr>
          <a:xfrm>
            <a:off x="8646161" y="4069975"/>
            <a:ext cx="3545840" cy="278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325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3BCE7410-91A3-53FF-652C-5E184F6453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040880" cy="6858000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C0C83F42-D296-24B2-8830-4A87F0031F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0880" y="-11430"/>
            <a:ext cx="5143500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89230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25DAD446-62C4-A427-C503-B073F7ED1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78" b="4451"/>
          <a:stretch>
            <a:fillRect/>
          </a:stretch>
        </p:blipFill>
        <p:spPr>
          <a:xfrm>
            <a:off x="457200" y="457200"/>
            <a:ext cx="11277599" cy="5943599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24379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F66E1ACF-A69A-7A3B-1140-C259E24C23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03" b="-2"/>
          <a:stretch>
            <a:fillRect/>
          </a:stretch>
        </p:blipFill>
        <p:spPr>
          <a:xfrm>
            <a:off x="7794519" y="3506112"/>
            <a:ext cx="4397481" cy="3351888"/>
          </a:xfrm>
          <a:custGeom>
            <a:avLst/>
            <a:gdLst/>
            <a:ahLst/>
            <a:cxnLst/>
            <a:rect l="l" t="t" r="r" b="b"/>
            <a:pathLst>
              <a:path w="4397481" h="3351888">
                <a:moveTo>
                  <a:pt x="0" y="0"/>
                </a:moveTo>
                <a:lnTo>
                  <a:pt x="4397481" y="0"/>
                </a:lnTo>
                <a:lnTo>
                  <a:pt x="4397481" y="3351888"/>
                </a:lnTo>
                <a:lnTo>
                  <a:pt x="1552363" y="3351888"/>
                </a:lnTo>
                <a:close/>
              </a:path>
            </a:pathLst>
          </a:cu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EEB477A-C30A-D8F7-7F42-2920D866CA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18" r="-1" b="13352"/>
          <a:stretch>
            <a:fillRect/>
          </a:stretch>
        </p:blipFill>
        <p:spPr>
          <a:xfrm>
            <a:off x="15" y="8"/>
            <a:ext cx="9154678" cy="6863477"/>
          </a:xfrm>
          <a:custGeom>
            <a:avLst/>
            <a:gdLst/>
            <a:ahLst/>
            <a:cxnLst/>
            <a:rect l="l" t="t" r="r" b="b"/>
            <a:pathLst>
              <a:path w="9154693" h="6863485">
                <a:moveTo>
                  <a:pt x="0" y="0"/>
                </a:moveTo>
                <a:lnTo>
                  <a:pt x="5976000" y="0"/>
                </a:lnTo>
                <a:lnTo>
                  <a:pt x="9154693" y="6863485"/>
                </a:lnTo>
                <a:lnTo>
                  <a:pt x="0" y="6863485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05BDF287-80B5-5DEE-D874-F24055F3C0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71" r="-2" b="3657"/>
          <a:stretch>
            <a:fillRect/>
          </a:stretch>
        </p:blipFill>
        <p:spPr>
          <a:xfrm>
            <a:off x="6168189" y="7"/>
            <a:ext cx="6023811" cy="3346397"/>
          </a:xfrm>
          <a:custGeom>
            <a:avLst/>
            <a:gdLst/>
            <a:ahLst/>
            <a:cxnLst/>
            <a:rect l="l" t="t" r="r" b="b"/>
            <a:pathLst>
              <a:path w="6023811" h="3346404">
                <a:moveTo>
                  <a:pt x="0" y="0"/>
                </a:moveTo>
                <a:lnTo>
                  <a:pt x="6023811" y="0"/>
                </a:lnTo>
                <a:lnTo>
                  <a:pt x="6023811" y="3346404"/>
                </a:lnTo>
                <a:lnTo>
                  <a:pt x="1549824" y="334640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2823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41AE296-2A15-B514-E346-33DB82165C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188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A10E929-33A2-A8DB-E77D-3C2F202A65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65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C593251-E5D2-612F-3B9C-FB3FE4555C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235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E62167A-E0AA-8F7C-34C0-FD89ECC0AE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38" b="10276"/>
          <a:stretch>
            <a:fillRect/>
          </a:stretch>
        </p:blipFill>
        <p:spPr>
          <a:xfrm>
            <a:off x="20" y="0"/>
            <a:ext cx="12191980" cy="6856718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5CDDD822-8F29-79EA-5F25-ACB89DCC9DE4}"/>
              </a:ext>
            </a:extLst>
          </p:cNvPr>
          <p:cNvSpPr/>
          <p:nvPr/>
        </p:nvSpPr>
        <p:spPr>
          <a:xfrm>
            <a:off x="3640935" y="5835650"/>
            <a:ext cx="7727116" cy="392415"/>
          </a:xfrm>
          <a:prstGeom prst="rect">
            <a:avLst/>
          </a:prstGeom>
          <a:solidFill>
            <a:srgbClr val="FBFAF7"/>
          </a:solidFill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pt-BR" sz="2100" spc="1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rgia Pro Black" panose="02040A02050405020203" pitchFamily="18" charset="0"/>
              </a:rPr>
              <a:t>Escuta Ativa – Lideranças de Carteiras (CCM</a:t>
            </a:r>
            <a:r>
              <a:rPr lang="pt-BR" spc="1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rgia Pro Black" panose="02040A02050405020203" pitchFamily="18" charset="0"/>
              </a:rPr>
              <a:t>)</a:t>
            </a:r>
            <a:endParaRPr lang="pt-BR" sz="2100" spc="15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Georgia Pro Black" panose="02040A02050405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3946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</Words>
  <Application>Microsoft Office PowerPoint</Application>
  <PresentationFormat>Widescreen</PresentationFormat>
  <Paragraphs>1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Georgia Pro Black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Augusto Paes</dc:creator>
  <cp:lastModifiedBy>Augusto Paes</cp:lastModifiedBy>
  <cp:revision>1</cp:revision>
  <dcterms:created xsi:type="dcterms:W3CDTF">2026-10-08T18:37:27Z</dcterms:created>
  <dcterms:modified xsi:type="dcterms:W3CDTF">2026-10-08T18:47:48Z</dcterms:modified>
</cp:coreProperties>
</file>